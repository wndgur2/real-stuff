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0" roundtripDataSignature="AMtx7mgSDvAtDNQGXEbDmuIE42zVs0q1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264" y="4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1" name="Google Shape;13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5" name="Google Shape;14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8" name="Google Shape;15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1" name="Google Shape;17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4" name="Google Shape;1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7" name="Google Shape;19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0" name="Google Shape;21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3" name="Google Shape;22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6" name="Google Shape;23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9" name="Google Shape;24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2" name="Google Shape;26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78" name="Google Shape;27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7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9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0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hyperlink" Target="https://youtu.be/ewmrYqU4Gks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0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29.png"/><Relationship Id="rId9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 amt="80000"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"/>
          <p:cNvPicPr preferRelativeResize="0"/>
          <p:nvPr/>
        </p:nvPicPr>
        <p:blipFill rotWithShape="1">
          <a:blip r:embed="rId4">
            <a:alphaModFix amt="60000"/>
          </a:blip>
          <a:srcRect/>
          <a:stretch/>
        </p:blipFill>
        <p:spPr>
          <a:xfrm>
            <a:off x="6108700" y="1676400"/>
            <a:ext cx="20802600" cy="204724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/>
        </p:nvSpPr>
        <p:spPr>
          <a:xfrm>
            <a:off x="16306800" y="546100"/>
            <a:ext cx="1206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95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9100" y="635000"/>
            <a:ext cx="9207500" cy="410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-9144000" y="2438400"/>
            <a:ext cx="37706300" cy="42545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 txBox="1"/>
          <p:nvPr/>
        </p:nvSpPr>
        <p:spPr>
          <a:xfrm>
            <a:off x="1079500" y="622300"/>
            <a:ext cx="4940300" cy="3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95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SSAFY_Final_PJT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41400" y="8902700"/>
            <a:ext cx="237490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/>
        </p:nvSpPr>
        <p:spPr>
          <a:xfrm>
            <a:off x="1295400" y="9118600"/>
            <a:ext cx="184150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95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ssafy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1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051800" y="1257300"/>
            <a:ext cx="1803400" cy="180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41400" y="1231900"/>
            <a:ext cx="163703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41400" y="3060700"/>
            <a:ext cx="163703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41400" y="4876800"/>
            <a:ext cx="163703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283700" y="1257300"/>
            <a:ext cx="1803400" cy="180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5608300" y="1270000"/>
            <a:ext cx="1803400" cy="180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41400" y="3086100"/>
            <a:ext cx="1803400" cy="180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403600" y="9232900"/>
            <a:ext cx="140081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89;p1"/>
          <p:cNvSpPr txBox="1"/>
          <p:nvPr/>
        </p:nvSpPr>
        <p:spPr>
          <a:xfrm>
            <a:off x="1041400" y="8278935"/>
            <a:ext cx="4940300" cy="3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95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ko-KR" altLang="en-US" sz="1800" dirty="0" smtClean="0"/>
              <a:t>서울 </a:t>
            </a:r>
            <a:r>
              <a:rPr lang="en-US" altLang="ko-KR" sz="1800" dirty="0" smtClean="0"/>
              <a:t>12</a:t>
            </a:r>
            <a:r>
              <a:rPr lang="ko-KR" altLang="en-US" sz="1800" dirty="0" smtClean="0"/>
              <a:t>기 </a:t>
            </a:r>
            <a:r>
              <a:rPr lang="en-US" altLang="ko-KR" sz="1800" dirty="0" smtClean="0"/>
              <a:t>12</a:t>
            </a:r>
            <a:r>
              <a:rPr lang="ko-KR" altLang="en-US" sz="1800" dirty="0" smtClean="0"/>
              <a:t>반 </a:t>
            </a:r>
            <a:r>
              <a:rPr lang="ko-KR" altLang="en-US" sz="1800" dirty="0" err="1" smtClean="0"/>
              <a:t>이중혁</a:t>
            </a:r>
            <a:endParaRPr lang="en-US" altLang="ko-KR" dirty="0"/>
          </a:p>
          <a:p>
            <a:pPr>
              <a:lnSpc>
                <a:spcPct val="119519"/>
              </a:lnSpc>
              <a:buSzPts val="1800"/>
            </a:pPr>
            <a:r>
              <a:rPr lang="ko-KR" altLang="en-US" sz="1800" dirty="0"/>
              <a:t>서울 </a:t>
            </a:r>
            <a:r>
              <a:rPr lang="en-US" altLang="ko-KR" sz="1800" dirty="0"/>
              <a:t>12</a:t>
            </a:r>
            <a:r>
              <a:rPr lang="ko-KR" altLang="en-US" sz="1800" dirty="0"/>
              <a:t>기 </a:t>
            </a:r>
            <a:r>
              <a:rPr lang="en-US" altLang="ko-KR" sz="1800" dirty="0"/>
              <a:t>12</a:t>
            </a:r>
            <a:r>
              <a:rPr lang="ko-KR" altLang="en-US" sz="1800" dirty="0"/>
              <a:t>반 </a:t>
            </a:r>
            <a:r>
              <a:rPr lang="ko-KR" altLang="en-US" sz="1800" dirty="0" smtClean="0"/>
              <a:t>이정현</a:t>
            </a:r>
            <a:endParaRPr lang="ko-KR" altLang="en-US" dirty="0"/>
          </a:p>
          <a:p>
            <a:pPr marL="0" marR="0" lvl="0" indent="0" algn="l" rtl="0">
              <a:lnSpc>
                <a:spcPct val="1195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US" altLang="ko-KR" sz="1800" dirty="0" smtClean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"/>
          <p:cNvPicPr preferRelativeResize="0"/>
          <p:nvPr/>
        </p:nvPicPr>
        <p:blipFill rotWithShape="1">
          <a:blip r:embed="rId3">
            <a:alphaModFix amt="80000"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"/>
          <p:cNvSpPr txBox="1"/>
          <p:nvPr/>
        </p:nvSpPr>
        <p:spPr>
          <a:xfrm>
            <a:off x="8928100" y="7543800"/>
            <a:ext cx="9182100" cy="34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8714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600"/>
              <a:buFont typeface="Arial"/>
              <a:buNone/>
            </a:pPr>
            <a:r>
              <a:rPr lang="en-US" sz="196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tents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6600" y="4622800"/>
            <a:ext cx="215900" cy="21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6600" y="5029200"/>
            <a:ext cx="215900" cy="21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6600" y="5448300"/>
            <a:ext cx="215900" cy="21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"/>
          <p:cNvSpPr txBox="1"/>
          <p:nvPr/>
        </p:nvSpPr>
        <p:spPr>
          <a:xfrm>
            <a:off x="2209800" y="3162300"/>
            <a:ext cx="1422400" cy="8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8714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lang="en-US" sz="46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4445000" y="3403600"/>
            <a:ext cx="2273300" cy="3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9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기획</a:t>
            </a:r>
            <a:r>
              <a:rPr lang="en-US" sz="22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00" b="0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배경</a:t>
            </a:r>
            <a:r>
              <a:rPr lang="en-US" sz="22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00" b="0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및</a:t>
            </a:r>
            <a:r>
              <a:rPr lang="en-US" sz="22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00" b="0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목표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" name="Google Shape;111;p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556000" y="3581400"/>
            <a:ext cx="723900" cy="1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"/>
          <p:cNvSpPr txBox="1"/>
          <p:nvPr/>
        </p:nvSpPr>
        <p:spPr>
          <a:xfrm>
            <a:off x="7632700" y="3149600"/>
            <a:ext cx="1422400" cy="8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8714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lang="en-US" sz="46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9867900" y="3378200"/>
            <a:ext cx="1562100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9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lang="en-US" sz="2200" b="0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추진</a:t>
            </a:r>
            <a:r>
              <a:rPr lang="en-US" sz="22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00" b="0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계획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Google Shape;114;p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978900" y="3581400"/>
            <a:ext cx="723900" cy="1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"/>
          <p:cNvSpPr txBox="1"/>
          <p:nvPr/>
        </p:nvSpPr>
        <p:spPr>
          <a:xfrm>
            <a:off x="2209800" y="4749800"/>
            <a:ext cx="1422400" cy="8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8714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lang="en-US" sz="46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4445000" y="4991100"/>
            <a:ext cx="2171700" cy="3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9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화면</a:t>
            </a:r>
            <a:r>
              <a:rPr lang="en-US" sz="22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00" b="0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흐름도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" name="Google Shape;117;p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556000" y="5168900"/>
            <a:ext cx="723900" cy="1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"/>
          <p:cNvSpPr txBox="1"/>
          <p:nvPr/>
        </p:nvSpPr>
        <p:spPr>
          <a:xfrm>
            <a:off x="7632700" y="4737100"/>
            <a:ext cx="1422400" cy="8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8714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lang="en-US" sz="46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"/>
          <p:cNvSpPr txBox="1"/>
          <p:nvPr/>
        </p:nvSpPr>
        <p:spPr>
          <a:xfrm>
            <a:off x="9867900" y="4965700"/>
            <a:ext cx="1562100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9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기대효과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" name="Google Shape;120;p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978900" y="5168900"/>
            <a:ext cx="723900" cy="1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"/>
          <p:cNvSpPr txBox="1"/>
          <p:nvPr/>
        </p:nvSpPr>
        <p:spPr>
          <a:xfrm>
            <a:off x="12280900" y="3149600"/>
            <a:ext cx="1422400" cy="8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8714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lang="en-US" sz="46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"/>
          <p:cNvSpPr txBox="1"/>
          <p:nvPr/>
        </p:nvSpPr>
        <p:spPr>
          <a:xfrm>
            <a:off x="14516100" y="3365500"/>
            <a:ext cx="1562100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9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시장분석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" name="Google Shape;123;p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627100" y="3568700"/>
            <a:ext cx="723900" cy="1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"/>
          <p:cNvSpPr txBox="1"/>
          <p:nvPr/>
        </p:nvSpPr>
        <p:spPr>
          <a:xfrm>
            <a:off x="12280900" y="4737100"/>
            <a:ext cx="1422400" cy="8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8714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lang="en-US" sz="46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"/>
          <p:cNvSpPr txBox="1"/>
          <p:nvPr/>
        </p:nvSpPr>
        <p:spPr>
          <a:xfrm>
            <a:off x="14516100" y="4965700"/>
            <a:ext cx="1562100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9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개발후기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" name="Google Shape;126;p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627100" y="5168900"/>
            <a:ext cx="723900" cy="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446500" y="8318500"/>
            <a:ext cx="546100" cy="54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"/>
          <p:cNvSpPr txBox="1"/>
          <p:nvPr/>
        </p:nvSpPr>
        <p:spPr>
          <a:xfrm>
            <a:off x="508000" y="-1536700"/>
            <a:ext cx="8890000" cy="36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8714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600"/>
              <a:buFont typeface="Arial"/>
              <a:buNone/>
            </a:pPr>
            <a:r>
              <a:rPr lang="en-US" sz="206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3"/>
          <p:cNvPicPr preferRelativeResize="0"/>
          <p:nvPr/>
        </p:nvPicPr>
        <p:blipFill rotWithShape="1">
          <a:blip r:embed="rId3">
            <a:alphaModFix amt="80000"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3"/>
          <p:cNvSpPr txBox="1"/>
          <p:nvPr/>
        </p:nvSpPr>
        <p:spPr>
          <a:xfrm>
            <a:off x="12065000" y="457200"/>
            <a:ext cx="901700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771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HOME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3"/>
          <p:cNvSpPr txBox="1"/>
          <p:nvPr/>
        </p:nvSpPr>
        <p:spPr>
          <a:xfrm>
            <a:off x="13360400" y="457200"/>
            <a:ext cx="1473200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771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CONTENTS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6" name="Google Shape;136;p3"/>
          <p:cNvPicPr preferRelativeResize="0"/>
          <p:nvPr/>
        </p:nvPicPr>
        <p:blipFill rotWithShape="1">
          <a:blip r:embed="rId4">
            <a:alphaModFix amt="21000"/>
          </a:blip>
          <a:srcRect/>
          <a:stretch/>
        </p:blipFill>
        <p:spPr>
          <a:xfrm>
            <a:off x="-190500" y="1003300"/>
            <a:ext cx="18656300" cy="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328900" y="927100"/>
            <a:ext cx="1104900" cy="10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12900" y="1346200"/>
            <a:ext cx="7581900" cy="830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51800" y="2603500"/>
            <a:ext cx="8394700" cy="676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3"/>
          <p:cNvSpPr txBox="1"/>
          <p:nvPr/>
        </p:nvSpPr>
        <p:spPr>
          <a:xfrm>
            <a:off x="15328900" y="457200"/>
            <a:ext cx="1397000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771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" name="Google Shape;141;p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49300" y="304800"/>
            <a:ext cx="17399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3"/>
          <p:cNvSpPr txBox="1"/>
          <p:nvPr/>
        </p:nvSpPr>
        <p:spPr>
          <a:xfrm>
            <a:off x="952500" y="457200"/>
            <a:ext cx="1358900" cy="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95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기획</a:t>
            </a: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배경</a:t>
            </a: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및</a:t>
            </a: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목표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4"/>
          <p:cNvPicPr preferRelativeResize="0"/>
          <p:nvPr/>
        </p:nvPicPr>
        <p:blipFill rotWithShape="1">
          <a:blip r:embed="rId3">
            <a:alphaModFix amt="80000"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4"/>
          <p:cNvSpPr txBox="1"/>
          <p:nvPr/>
        </p:nvSpPr>
        <p:spPr>
          <a:xfrm>
            <a:off x="12065000" y="457200"/>
            <a:ext cx="901700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771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HOME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4"/>
          <p:cNvSpPr txBox="1"/>
          <p:nvPr/>
        </p:nvSpPr>
        <p:spPr>
          <a:xfrm>
            <a:off x="13360400" y="457200"/>
            <a:ext cx="1473200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771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CONTENTS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" name="Google Shape;150;p4"/>
          <p:cNvPicPr preferRelativeResize="0"/>
          <p:nvPr/>
        </p:nvPicPr>
        <p:blipFill rotWithShape="1">
          <a:blip r:embed="rId4">
            <a:alphaModFix amt="21000"/>
          </a:blip>
          <a:srcRect/>
          <a:stretch/>
        </p:blipFill>
        <p:spPr>
          <a:xfrm>
            <a:off x="-190500" y="1003300"/>
            <a:ext cx="18656300" cy="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328900" y="927100"/>
            <a:ext cx="1104900" cy="10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24000" y="2654300"/>
            <a:ext cx="15240000" cy="499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4"/>
          <p:cNvSpPr txBox="1"/>
          <p:nvPr/>
        </p:nvSpPr>
        <p:spPr>
          <a:xfrm>
            <a:off x="15328900" y="457200"/>
            <a:ext cx="1397000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771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" name="Google Shape;154;p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49300" y="304800"/>
            <a:ext cx="17399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4"/>
          <p:cNvSpPr txBox="1"/>
          <p:nvPr/>
        </p:nvSpPr>
        <p:spPr>
          <a:xfrm>
            <a:off x="952500" y="406400"/>
            <a:ext cx="1371600" cy="3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95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추진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계획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5"/>
          <p:cNvPicPr preferRelativeResize="0"/>
          <p:nvPr/>
        </p:nvPicPr>
        <p:blipFill rotWithShape="1">
          <a:blip r:embed="rId3">
            <a:alphaModFix amt="80000"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5"/>
          <p:cNvSpPr txBox="1"/>
          <p:nvPr/>
        </p:nvSpPr>
        <p:spPr>
          <a:xfrm>
            <a:off x="12065000" y="457200"/>
            <a:ext cx="901700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771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HOME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5"/>
          <p:cNvSpPr txBox="1"/>
          <p:nvPr/>
        </p:nvSpPr>
        <p:spPr>
          <a:xfrm>
            <a:off x="13360400" y="457200"/>
            <a:ext cx="1473200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771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CONTENTS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3" name="Google Shape;163;p5"/>
          <p:cNvPicPr preferRelativeResize="0"/>
          <p:nvPr/>
        </p:nvPicPr>
        <p:blipFill rotWithShape="1">
          <a:blip r:embed="rId4">
            <a:alphaModFix amt="21000"/>
          </a:blip>
          <a:srcRect/>
          <a:stretch/>
        </p:blipFill>
        <p:spPr>
          <a:xfrm>
            <a:off x="-190500" y="1003300"/>
            <a:ext cx="18656300" cy="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328900" y="927100"/>
            <a:ext cx="1104900" cy="10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768600" y="1574800"/>
            <a:ext cx="12750800" cy="607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5"/>
          <p:cNvSpPr txBox="1"/>
          <p:nvPr/>
        </p:nvSpPr>
        <p:spPr>
          <a:xfrm>
            <a:off x="15328900" y="457200"/>
            <a:ext cx="1397000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771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" name="Google Shape;167;p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49300" y="304800"/>
            <a:ext cx="17399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5"/>
          <p:cNvSpPr txBox="1"/>
          <p:nvPr/>
        </p:nvSpPr>
        <p:spPr>
          <a:xfrm>
            <a:off x="952500" y="431800"/>
            <a:ext cx="13716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95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</a:t>
            </a: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시장</a:t>
            </a: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분석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6"/>
          <p:cNvPicPr preferRelativeResize="0"/>
          <p:nvPr/>
        </p:nvPicPr>
        <p:blipFill rotWithShape="1">
          <a:blip r:embed="rId3">
            <a:alphaModFix amt="80000"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6"/>
          <p:cNvSpPr txBox="1"/>
          <p:nvPr/>
        </p:nvSpPr>
        <p:spPr>
          <a:xfrm>
            <a:off x="12065000" y="457200"/>
            <a:ext cx="901700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771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HOME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6"/>
          <p:cNvSpPr txBox="1"/>
          <p:nvPr/>
        </p:nvSpPr>
        <p:spPr>
          <a:xfrm>
            <a:off x="13360400" y="457200"/>
            <a:ext cx="1473200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771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CONTENTS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6" name="Google Shape;176;p6"/>
          <p:cNvPicPr preferRelativeResize="0"/>
          <p:nvPr/>
        </p:nvPicPr>
        <p:blipFill rotWithShape="1">
          <a:blip r:embed="rId4">
            <a:alphaModFix amt="21000"/>
          </a:blip>
          <a:srcRect/>
          <a:stretch/>
        </p:blipFill>
        <p:spPr>
          <a:xfrm>
            <a:off x="-190500" y="1003300"/>
            <a:ext cx="18656300" cy="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328900" y="927100"/>
            <a:ext cx="1104900" cy="10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705100" y="1066800"/>
            <a:ext cx="12877800" cy="915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6"/>
          <p:cNvSpPr txBox="1"/>
          <p:nvPr/>
        </p:nvSpPr>
        <p:spPr>
          <a:xfrm>
            <a:off x="15328900" y="457200"/>
            <a:ext cx="1397000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771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0" name="Google Shape;180;p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49300" y="304800"/>
            <a:ext cx="17399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6"/>
          <p:cNvSpPr txBox="1"/>
          <p:nvPr/>
        </p:nvSpPr>
        <p:spPr>
          <a:xfrm>
            <a:off x="952500" y="431800"/>
            <a:ext cx="13716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95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</a:t>
            </a: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화면</a:t>
            </a: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흐름도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7"/>
          <p:cNvPicPr preferRelativeResize="0"/>
          <p:nvPr/>
        </p:nvPicPr>
        <p:blipFill rotWithShape="1">
          <a:blip r:embed="rId3">
            <a:alphaModFix amt="80000"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7"/>
          <p:cNvSpPr txBox="1"/>
          <p:nvPr/>
        </p:nvSpPr>
        <p:spPr>
          <a:xfrm>
            <a:off x="12065000" y="457200"/>
            <a:ext cx="901700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771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HOME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7"/>
          <p:cNvSpPr txBox="1"/>
          <p:nvPr/>
        </p:nvSpPr>
        <p:spPr>
          <a:xfrm>
            <a:off x="13360400" y="457200"/>
            <a:ext cx="1473200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771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CONTENTS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9" name="Google Shape;189;p7"/>
          <p:cNvPicPr preferRelativeResize="0"/>
          <p:nvPr/>
        </p:nvPicPr>
        <p:blipFill rotWithShape="1">
          <a:blip r:embed="rId4">
            <a:alphaModFix amt="21000"/>
          </a:blip>
          <a:srcRect/>
          <a:stretch/>
        </p:blipFill>
        <p:spPr>
          <a:xfrm>
            <a:off x="-190500" y="1003300"/>
            <a:ext cx="18656300" cy="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328900" y="927100"/>
            <a:ext cx="1104900" cy="10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705100" y="1079500"/>
            <a:ext cx="12877800" cy="915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7"/>
          <p:cNvSpPr txBox="1"/>
          <p:nvPr/>
        </p:nvSpPr>
        <p:spPr>
          <a:xfrm>
            <a:off x="15328900" y="457200"/>
            <a:ext cx="1397000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771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p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49300" y="304800"/>
            <a:ext cx="17399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7"/>
          <p:cNvSpPr txBox="1"/>
          <p:nvPr/>
        </p:nvSpPr>
        <p:spPr>
          <a:xfrm>
            <a:off x="952500" y="444500"/>
            <a:ext cx="137160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95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</a:t>
            </a:r>
            <a:r>
              <a:rPr lang="en-US" sz="1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화면</a:t>
            </a:r>
            <a:r>
              <a:rPr lang="en-US"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흐름도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8"/>
          <p:cNvPicPr preferRelativeResize="0"/>
          <p:nvPr/>
        </p:nvPicPr>
        <p:blipFill rotWithShape="1">
          <a:blip r:embed="rId3">
            <a:alphaModFix amt="80000"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8"/>
          <p:cNvSpPr txBox="1"/>
          <p:nvPr/>
        </p:nvSpPr>
        <p:spPr>
          <a:xfrm>
            <a:off x="12065000" y="457200"/>
            <a:ext cx="901700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771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HOME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8"/>
          <p:cNvSpPr txBox="1"/>
          <p:nvPr/>
        </p:nvSpPr>
        <p:spPr>
          <a:xfrm>
            <a:off x="13360400" y="457200"/>
            <a:ext cx="1473200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771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CONTENTS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2" name="Google Shape;202;p8"/>
          <p:cNvPicPr preferRelativeResize="0"/>
          <p:nvPr/>
        </p:nvPicPr>
        <p:blipFill rotWithShape="1">
          <a:blip r:embed="rId4">
            <a:alphaModFix amt="21000"/>
          </a:blip>
          <a:srcRect/>
          <a:stretch/>
        </p:blipFill>
        <p:spPr>
          <a:xfrm>
            <a:off x="-190500" y="1003300"/>
            <a:ext cx="18656300" cy="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328900" y="927100"/>
            <a:ext cx="1104900" cy="10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755900" y="1181100"/>
            <a:ext cx="12763500" cy="908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8"/>
          <p:cNvSpPr txBox="1"/>
          <p:nvPr/>
        </p:nvSpPr>
        <p:spPr>
          <a:xfrm>
            <a:off x="15328900" y="457200"/>
            <a:ext cx="1397000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771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6" name="Google Shape;206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49300" y="304800"/>
            <a:ext cx="17399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8"/>
          <p:cNvSpPr txBox="1"/>
          <p:nvPr/>
        </p:nvSpPr>
        <p:spPr>
          <a:xfrm>
            <a:off x="952500" y="431800"/>
            <a:ext cx="13716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95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</a:t>
            </a: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화면</a:t>
            </a: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흐름도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9"/>
          <p:cNvPicPr preferRelativeResize="0"/>
          <p:nvPr/>
        </p:nvPicPr>
        <p:blipFill rotWithShape="1">
          <a:blip r:embed="rId3">
            <a:alphaModFix amt="80000"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9"/>
          <p:cNvSpPr txBox="1"/>
          <p:nvPr/>
        </p:nvSpPr>
        <p:spPr>
          <a:xfrm>
            <a:off x="12065000" y="457200"/>
            <a:ext cx="901700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771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HOME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9"/>
          <p:cNvSpPr txBox="1"/>
          <p:nvPr/>
        </p:nvSpPr>
        <p:spPr>
          <a:xfrm>
            <a:off x="13360400" y="457200"/>
            <a:ext cx="1473200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771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CONTENTS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5" name="Google Shape;215;p9"/>
          <p:cNvPicPr preferRelativeResize="0"/>
          <p:nvPr/>
        </p:nvPicPr>
        <p:blipFill rotWithShape="1">
          <a:blip r:embed="rId4">
            <a:alphaModFix amt="21000"/>
          </a:blip>
          <a:srcRect/>
          <a:stretch/>
        </p:blipFill>
        <p:spPr>
          <a:xfrm>
            <a:off x="-190500" y="1003300"/>
            <a:ext cx="18656300" cy="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328900" y="927100"/>
            <a:ext cx="1104900" cy="10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705100" y="1104900"/>
            <a:ext cx="12877800" cy="915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9"/>
          <p:cNvSpPr txBox="1"/>
          <p:nvPr/>
        </p:nvSpPr>
        <p:spPr>
          <a:xfrm>
            <a:off x="15328900" y="457200"/>
            <a:ext cx="1397000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771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49300" y="304800"/>
            <a:ext cx="17399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9"/>
          <p:cNvSpPr txBox="1"/>
          <p:nvPr/>
        </p:nvSpPr>
        <p:spPr>
          <a:xfrm>
            <a:off x="952500" y="431800"/>
            <a:ext cx="13716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95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</a:t>
            </a: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화면</a:t>
            </a: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흐름도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10"/>
          <p:cNvPicPr preferRelativeResize="0"/>
          <p:nvPr/>
        </p:nvPicPr>
        <p:blipFill rotWithShape="1">
          <a:blip r:embed="rId3">
            <a:alphaModFix amt="80000"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0"/>
          <p:cNvSpPr txBox="1"/>
          <p:nvPr/>
        </p:nvSpPr>
        <p:spPr>
          <a:xfrm>
            <a:off x="12065000" y="457200"/>
            <a:ext cx="901700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771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HOME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0"/>
          <p:cNvSpPr txBox="1"/>
          <p:nvPr/>
        </p:nvSpPr>
        <p:spPr>
          <a:xfrm>
            <a:off x="13360400" y="457200"/>
            <a:ext cx="1473200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771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CONTENTS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8" name="Google Shape;228;p10"/>
          <p:cNvPicPr preferRelativeResize="0"/>
          <p:nvPr/>
        </p:nvPicPr>
        <p:blipFill rotWithShape="1">
          <a:blip r:embed="rId4">
            <a:alphaModFix amt="21000"/>
          </a:blip>
          <a:srcRect/>
          <a:stretch/>
        </p:blipFill>
        <p:spPr>
          <a:xfrm>
            <a:off x="-190500" y="1003300"/>
            <a:ext cx="18656300" cy="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328900" y="927100"/>
            <a:ext cx="1104900" cy="10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806700" y="1130300"/>
            <a:ext cx="12674600" cy="901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0"/>
          <p:cNvSpPr txBox="1"/>
          <p:nvPr/>
        </p:nvSpPr>
        <p:spPr>
          <a:xfrm>
            <a:off x="15328900" y="457200"/>
            <a:ext cx="1397000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771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2" name="Google Shape;232;p1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49300" y="304800"/>
            <a:ext cx="17399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0"/>
          <p:cNvSpPr txBox="1"/>
          <p:nvPr/>
        </p:nvSpPr>
        <p:spPr>
          <a:xfrm>
            <a:off x="952500" y="431800"/>
            <a:ext cx="13716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95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</a:t>
            </a: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화면</a:t>
            </a: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흐름도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11"/>
          <p:cNvPicPr preferRelativeResize="0"/>
          <p:nvPr/>
        </p:nvPicPr>
        <p:blipFill rotWithShape="1">
          <a:blip r:embed="rId3">
            <a:alphaModFix amt="80000"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1"/>
          <p:cNvSpPr txBox="1"/>
          <p:nvPr/>
        </p:nvSpPr>
        <p:spPr>
          <a:xfrm>
            <a:off x="12065000" y="457200"/>
            <a:ext cx="901700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771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HOME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1"/>
          <p:cNvSpPr txBox="1"/>
          <p:nvPr/>
        </p:nvSpPr>
        <p:spPr>
          <a:xfrm>
            <a:off x="13360400" y="457200"/>
            <a:ext cx="1473200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771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CONTENTS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1" name="Google Shape;241;p11"/>
          <p:cNvPicPr preferRelativeResize="0"/>
          <p:nvPr/>
        </p:nvPicPr>
        <p:blipFill rotWithShape="1">
          <a:blip r:embed="rId4">
            <a:alphaModFix amt="21000"/>
          </a:blip>
          <a:srcRect/>
          <a:stretch/>
        </p:blipFill>
        <p:spPr>
          <a:xfrm>
            <a:off x="-190500" y="1003300"/>
            <a:ext cx="18656300" cy="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328900" y="927100"/>
            <a:ext cx="1104900" cy="10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1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794000" y="1143000"/>
            <a:ext cx="12700000" cy="902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1"/>
          <p:cNvSpPr txBox="1"/>
          <p:nvPr/>
        </p:nvSpPr>
        <p:spPr>
          <a:xfrm>
            <a:off x="15328900" y="457200"/>
            <a:ext cx="1397000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771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5" name="Google Shape;245;p1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49300" y="304800"/>
            <a:ext cx="17399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1"/>
          <p:cNvSpPr txBox="1"/>
          <p:nvPr/>
        </p:nvSpPr>
        <p:spPr>
          <a:xfrm>
            <a:off x="952500" y="431800"/>
            <a:ext cx="13716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95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</a:t>
            </a: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화면</a:t>
            </a: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흐름도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12"/>
          <p:cNvPicPr preferRelativeResize="0"/>
          <p:nvPr/>
        </p:nvPicPr>
        <p:blipFill rotWithShape="1">
          <a:blip r:embed="rId3">
            <a:alphaModFix amt="80000"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2"/>
          <p:cNvSpPr txBox="1"/>
          <p:nvPr/>
        </p:nvSpPr>
        <p:spPr>
          <a:xfrm>
            <a:off x="12065000" y="457200"/>
            <a:ext cx="901700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771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HOME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2"/>
          <p:cNvSpPr txBox="1"/>
          <p:nvPr/>
        </p:nvSpPr>
        <p:spPr>
          <a:xfrm>
            <a:off x="13360400" y="457200"/>
            <a:ext cx="1473200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771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CONTENTS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4" name="Google Shape;254;p12"/>
          <p:cNvPicPr preferRelativeResize="0"/>
          <p:nvPr/>
        </p:nvPicPr>
        <p:blipFill rotWithShape="1">
          <a:blip r:embed="rId4">
            <a:alphaModFix amt="21000"/>
          </a:blip>
          <a:srcRect/>
          <a:stretch/>
        </p:blipFill>
        <p:spPr>
          <a:xfrm>
            <a:off x="-190500" y="1003300"/>
            <a:ext cx="18656300" cy="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1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328900" y="927100"/>
            <a:ext cx="1104900" cy="10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2"/>
          <p:cNvSpPr txBox="1"/>
          <p:nvPr/>
        </p:nvSpPr>
        <p:spPr>
          <a:xfrm>
            <a:off x="15328900" y="457200"/>
            <a:ext cx="1397000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771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7" name="Google Shape;257;p1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49300" y="304800"/>
            <a:ext cx="17399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2"/>
          <p:cNvSpPr txBox="1"/>
          <p:nvPr/>
        </p:nvSpPr>
        <p:spPr>
          <a:xfrm>
            <a:off x="952500" y="406400"/>
            <a:ext cx="1371600" cy="3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95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기대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효과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2"/>
          <p:cNvSpPr txBox="1"/>
          <p:nvPr/>
        </p:nvSpPr>
        <p:spPr>
          <a:xfrm>
            <a:off x="2489200" y="3849675"/>
            <a:ext cx="10622400" cy="21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4800" u="sng">
                <a:solidFill>
                  <a:srgbClr val="1155CC"/>
                </a:solidFill>
                <a:highlight>
                  <a:srgbClr val="FFFFFF"/>
                </a:highlight>
                <a:hlinkClick r:id="rId7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https://youtu.be/ewmrYqU4Gks</a:t>
            </a:r>
            <a:endParaRPr sz="4800" u="sng">
              <a:solidFill>
                <a:srgbClr val="1155CC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22222"/>
                </a:solidFill>
                <a:highlight>
                  <a:srgbClr val="FFFFFF"/>
                </a:highlight>
              </a:rPr>
              <a:t>시연 영상입니다.</a:t>
            </a:r>
            <a:endParaRPr sz="4800">
              <a:solidFill>
                <a:srgbClr val="222222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13"/>
          <p:cNvPicPr preferRelativeResize="0"/>
          <p:nvPr/>
        </p:nvPicPr>
        <p:blipFill rotWithShape="1">
          <a:blip r:embed="rId3">
            <a:alphaModFix amt="80000"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13"/>
          <p:cNvSpPr txBox="1"/>
          <p:nvPr/>
        </p:nvSpPr>
        <p:spPr>
          <a:xfrm>
            <a:off x="12065000" y="457200"/>
            <a:ext cx="901700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771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HOME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3"/>
          <p:cNvSpPr txBox="1"/>
          <p:nvPr/>
        </p:nvSpPr>
        <p:spPr>
          <a:xfrm>
            <a:off x="13360400" y="457200"/>
            <a:ext cx="1473200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771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CONTENTS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7" name="Google Shape;267;p13"/>
          <p:cNvPicPr preferRelativeResize="0"/>
          <p:nvPr/>
        </p:nvPicPr>
        <p:blipFill rotWithShape="1">
          <a:blip r:embed="rId4">
            <a:alphaModFix amt="21000"/>
          </a:blip>
          <a:srcRect/>
          <a:stretch/>
        </p:blipFill>
        <p:spPr>
          <a:xfrm>
            <a:off x="-190500" y="1003300"/>
            <a:ext cx="18656300" cy="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328900" y="927100"/>
            <a:ext cx="1104900" cy="10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3"/>
          <p:cNvSpPr txBox="1"/>
          <p:nvPr/>
        </p:nvSpPr>
        <p:spPr>
          <a:xfrm>
            <a:off x="15328900" y="457200"/>
            <a:ext cx="1397000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771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0" name="Google Shape;270;p1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49300" y="304800"/>
            <a:ext cx="17399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13"/>
          <p:cNvSpPr txBox="1"/>
          <p:nvPr/>
        </p:nvSpPr>
        <p:spPr>
          <a:xfrm>
            <a:off x="952500" y="406400"/>
            <a:ext cx="1371600" cy="3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95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개발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후기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3"/>
          <p:cNvSpPr txBox="1"/>
          <p:nvPr/>
        </p:nvSpPr>
        <p:spPr>
          <a:xfrm>
            <a:off x="-1752600" y="2260600"/>
            <a:ext cx="9537700" cy="14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86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US" sz="8000" b="0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이중혁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3"/>
          <p:cNvSpPr txBox="1"/>
          <p:nvPr/>
        </p:nvSpPr>
        <p:spPr>
          <a:xfrm>
            <a:off x="-1752600" y="5905500"/>
            <a:ext cx="9537700" cy="14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86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US" sz="8000" b="0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이정현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3"/>
          <p:cNvSpPr txBox="1"/>
          <p:nvPr/>
        </p:nvSpPr>
        <p:spPr>
          <a:xfrm>
            <a:off x="7770750" y="6087100"/>
            <a:ext cx="7062900" cy="29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단기간에 성장한 것 같아서 좋았고, 다양한 협업 방식을 체험해보는 소중한 시간이었습니다!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3"/>
          <p:cNvSpPr txBox="1"/>
          <p:nvPr/>
        </p:nvSpPr>
        <p:spPr>
          <a:xfrm>
            <a:off x="7271200" y="1998200"/>
            <a:ext cx="7474800" cy="23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그동안 배운 내용을 모두 적용할 수 있어서 이론을 체화하는 데에 많은 도움이 되었고, 페어와 협업하며 팀워크에 대한 중요성을 느꼈습니다!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14"/>
          <p:cNvPicPr preferRelativeResize="0"/>
          <p:nvPr/>
        </p:nvPicPr>
        <p:blipFill rotWithShape="1">
          <a:blip r:embed="rId3">
            <a:alphaModFix amt="80000"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14"/>
          <p:cNvPicPr preferRelativeResize="0"/>
          <p:nvPr/>
        </p:nvPicPr>
        <p:blipFill rotWithShape="1">
          <a:blip r:embed="rId4">
            <a:alphaModFix amt="60000"/>
          </a:blip>
          <a:srcRect/>
          <a:stretch/>
        </p:blipFill>
        <p:spPr>
          <a:xfrm>
            <a:off x="9613900" y="3467100"/>
            <a:ext cx="15760700" cy="12992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4"/>
          <p:cNvSpPr txBox="1"/>
          <p:nvPr/>
        </p:nvSpPr>
        <p:spPr>
          <a:xfrm>
            <a:off x="6604000" y="9613900"/>
            <a:ext cx="50927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771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rPr>
              <a:t>WWW.MIRIEDUCATION.CO.KR</a:t>
            </a:r>
            <a:br>
              <a:rPr lang="en-US" sz="1500" b="0" i="0" u="none" strike="noStrike" cap="none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3" name="Google Shape;283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6600" y="4622800"/>
            <a:ext cx="215900" cy="21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6600" y="5029200"/>
            <a:ext cx="215900" cy="21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1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36600" y="5448300"/>
            <a:ext cx="215900" cy="21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14"/>
          <p:cNvPicPr preferRelativeResize="0"/>
          <p:nvPr/>
        </p:nvPicPr>
        <p:blipFill rotWithShape="1">
          <a:blip r:embed="rId7">
            <a:alphaModFix amt="21000"/>
          </a:blip>
          <a:srcRect/>
          <a:stretch/>
        </p:blipFill>
        <p:spPr>
          <a:xfrm>
            <a:off x="-190500" y="1003300"/>
            <a:ext cx="8013700" cy="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1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23200" y="635000"/>
            <a:ext cx="2540000" cy="77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4"/>
          <p:cNvSpPr txBox="1"/>
          <p:nvPr/>
        </p:nvSpPr>
        <p:spPr>
          <a:xfrm>
            <a:off x="8153400" y="876300"/>
            <a:ext cx="1981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95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진짜</a:t>
            </a: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매물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9" name="Google Shape;289;p14"/>
          <p:cNvPicPr preferRelativeResize="0"/>
          <p:nvPr/>
        </p:nvPicPr>
        <p:blipFill rotWithShape="1">
          <a:blip r:embed="rId7">
            <a:alphaModFix amt="21000"/>
          </a:blip>
          <a:srcRect/>
          <a:stretch/>
        </p:blipFill>
        <p:spPr>
          <a:xfrm>
            <a:off x="10350500" y="1003300"/>
            <a:ext cx="8013700" cy="12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14"/>
          <p:cNvSpPr txBox="1"/>
          <p:nvPr/>
        </p:nvSpPr>
        <p:spPr>
          <a:xfrm>
            <a:off x="4318000" y="3797300"/>
            <a:ext cx="9652000" cy="16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86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00"/>
              <a:buFont typeface="Arial"/>
              <a:buNone/>
            </a:pPr>
            <a:r>
              <a:rPr lang="en-US" sz="12300" b="0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감사합니다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1" name="Google Shape;291;p14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152900" y="4495800"/>
            <a:ext cx="596900" cy="59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14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3487400" y="4495800"/>
            <a:ext cx="596900" cy="59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</Words>
  <Application>Microsoft Office PowerPoint</Application>
  <PresentationFormat>사용자 지정</PresentationFormat>
  <Paragraphs>72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SSAFY</cp:lastModifiedBy>
  <cp:revision>1</cp:revision>
  <dcterms:created xsi:type="dcterms:W3CDTF">2006-08-16T00:00:00Z</dcterms:created>
  <dcterms:modified xsi:type="dcterms:W3CDTF">2024-11-27T07:31:27Z</dcterms:modified>
</cp:coreProperties>
</file>